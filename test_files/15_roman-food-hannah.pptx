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595" autoAdjust="0"/>
  </p:normalViewPr>
  <p:slideViewPr>
    <p:cSldViewPr>
      <p:cViewPr varScale="1">
        <p:scale>
          <a:sx n="76" d="100"/>
          <a:sy n="76" d="100"/>
        </p:scale>
        <p:origin x="-98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48D4F-F4AA-46F3-97E9-4E79A9A6DCFF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8A751-66F3-4996-AF0F-A7BFF67DDCF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8A751-66F3-4996-AF0F-A7BFF67DDCF3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diamond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GB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diamond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diamond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diamond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 spd="slow">
    <p:diamond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diamond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diamond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 spd="slow">
    <p:diamond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diamond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diamond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CD22E29E-411C-426E-ACA3-77F4B16BB381}" type="datetimeFigureOut">
              <a:rPr lang="en-GB" smtClean="0"/>
              <a:pPr/>
              <a:t>19/03/2013</a:t>
            </a:fld>
            <a:endParaRPr lang="en-GB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793B74E-F963-4C73-9561-1CA6F3C2770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slow">
    <p:diamond/>
  </p:transition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32656"/>
            <a:ext cx="8928992" cy="5760640"/>
          </a:xfrm>
        </p:spPr>
        <p:txBody>
          <a:bodyPr>
            <a:normAutofit/>
          </a:bodyPr>
          <a:lstStyle/>
          <a:p>
            <a:r>
              <a:rPr lang="en-GB" sz="4800" dirty="0" smtClean="0">
                <a:latin typeface="FrankRuehl" pitchFamily="34" charset="-79"/>
                <a:cs typeface="FrankRuehl" pitchFamily="34" charset="-79"/>
              </a:rPr>
              <a:t>                     Roman Food</a:t>
            </a:r>
            <a:endParaRPr lang="en-GB" sz="4800" dirty="0">
              <a:latin typeface="FrankRuehl" pitchFamily="34" charset="-79"/>
              <a:cs typeface="FrankRuehl" pitchFamily="34" charset="-79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429000" y="3501008"/>
            <a:ext cx="864096" cy="45719"/>
          </a:xfrm>
        </p:spPr>
        <p:txBody>
          <a:bodyPr>
            <a:normAutofit fontScale="25000" lnSpcReduction="20000"/>
          </a:bodyPr>
          <a:lstStyle/>
          <a:p>
            <a:endParaRPr lang="en-GB" sz="4400" dirty="0"/>
          </a:p>
        </p:txBody>
      </p:sp>
      <p:pic>
        <p:nvPicPr>
          <p:cNvPr id="4" name="Picture 3" descr="paintin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3768" y="1628800"/>
            <a:ext cx="4307730" cy="3970889"/>
          </a:xfrm>
          <a:prstGeom prst="rect">
            <a:avLst/>
          </a:prstGeo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           Festival dishes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2"/>
            <a:ext cx="8371656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dirty="0" smtClean="0"/>
              <a:t>To start with , Romans would usually begin their </a:t>
            </a:r>
          </a:p>
          <a:p>
            <a:pPr>
              <a:buNone/>
            </a:pPr>
            <a:r>
              <a:rPr lang="en-GB" dirty="0" smtClean="0"/>
              <a:t>meal with a starter also called a “</a:t>
            </a:r>
            <a:r>
              <a:rPr lang="en-GB" dirty="0" err="1" smtClean="0"/>
              <a:t>gustatio</a:t>
            </a:r>
            <a:r>
              <a:rPr lang="en-GB" dirty="0" smtClean="0"/>
              <a:t>”. This was usually a type of salad or small meat dish like clams , sea urchins or lightly salted snails . </a:t>
            </a:r>
          </a:p>
          <a:p>
            <a:pPr>
              <a:buNone/>
            </a:pPr>
            <a:r>
              <a:rPr lang="en-GB" dirty="0" smtClean="0"/>
              <a:t>Some vegetables were pickled like </a:t>
            </a:r>
            <a:r>
              <a:rPr lang="en-GB" dirty="0" err="1" smtClean="0"/>
              <a:t>olives,carrots</a:t>
            </a:r>
            <a:r>
              <a:rPr lang="en-GB" dirty="0" smtClean="0"/>
              <a:t>,</a:t>
            </a:r>
          </a:p>
          <a:p>
            <a:pPr>
              <a:buNone/>
            </a:pPr>
            <a:r>
              <a:rPr lang="en-GB" dirty="0" err="1" smtClean="0"/>
              <a:t>artichoke,watercress,capers</a:t>
            </a:r>
            <a:r>
              <a:rPr lang="en-GB" dirty="0" smtClean="0"/>
              <a:t> and onions. It was</a:t>
            </a:r>
          </a:p>
          <a:p>
            <a:pPr>
              <a:buNone/>
            </a:pPr>
            <a:r>
              <a:rPr lang="en-GB" dirty="0" smtClean="0"/>
              <a:t>often eaten with a drink called </a:t>
            </a:r>
            <a:r>
              <a:rPr lang="en-GB" dirty="0" err="1" smtClean="0"/>
              <a:t>muslum</a:t>
            </a:r>
            <a:r>
              <a:rPr lang="en-GB" dirty="0" smtClean="0"/>
              <a:t>(a type of</a:t>
            </a:r>
          </a:p>
          <a:p>
            <a:pPr>
              <a:buNone/>
            </a:pPr>
            <a:r>
              <a:rPr lang="en-GB" dirty="0" smtClean="0"/>
              <a:t>wine and honey) and was </a:t>
            </a:r>
            <a:r>
              <a:rPr lang="en-GB" dirty="0" err="1" smtClean="0"/>
              <a:t>assosiated</a:t>
            </a:r>
            <a:r>
              <a:rPr lang="en-GB" dirty="0" smtClean="0"/>
              <a:t> with festivals.</a:t>
            </a:r>
          </a:p>
          <a:p>
            <a:pPr>
              <a:buNone/>
            </a:pPr>
            <a:r>
              <a:rPr lang="en-GB" dirty="0" smtClean="0"/>
              <a:t> </a:t>
            </a: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              Main dish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The main dish was always a type of meat or fish.</a:t>
            </a:r>
          </a:p>
          <a:p>
            <a:pPr>
              <a:buNone/>
            </a:pPr>
            <a:r>
              <a:rPr lang="en-GB" dirty="0" smtClean="0"/>
              <a:t>The most common meat was pork and rabbit ,</a:t>
            </a:r>
          </a:p>
          <a:p>
            <a:pPr>
              <a:buNone/>
            </a:pPr>
            <a:r>
              <a:rPr lang="en-GB" dirty="0" smtClean="0"/>
              <a:t>while a goatfish was considered a luxury. Bread</a:t>
            </a:r>
          </a:p>
          <a:p>
            <a:pPr>
              <a:buNone/>
            </a:pPr>
            <a:r>
              <a:rPr lang="en-GB" dirty="0" smtClean="0"/>
              <a:t> was one of the only things that they ate with the</a:t>
            </a:r>
          </a:p>
          <a:p>
            <a:pPr>
              <a:buNone/>
            </a:pPr>
            <a:r>
              <a:rPr lang="en-GB" dirty="0" smtClean="0"/>
              <a:t>main dish along with a spread made from fish</a:t>
            </a:r>
          </a:p>
          <a:p>
            <a:pPr>
              <a:buNone/>
            </a:pPr>
            <a:r>
              <a:rPr lang="en-GB" dirty="0" smtClean="0"/>
              <a:t>Intestines called “</a:t>
            </a:r>
            <a:r>
              <a:rPr lang="en-GB" dirty="0" err="1" smtClean="0"/>
              <a:t>garum</a:t>
            </a:r>
            <a:r>
              <a:rPr lang="en-GB" dirty="0" smtClean="0"/>
              <a:t>”.</a:t>
            </a:r>
          </a:p>
          <a:p>
            <a:pPr>
              <a:buNone/>
            </a:pPr>
            <a:endParaRPr lang="en-GB" dirty="0"/>
          </a:p>
        </p:txBody>
      </p:sp>
      <p:pic>
        <p:nvPicPr>
          <p:cNvPr id="4" name="Picture 3" descr="oliv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5856" y="5229200"/>
            <a:ext cx="1447800" cy="1371600"/>
          </a:xfrm>
          <a:prstGeom prst="rect">
            <a:avLst/>
          </a:prstGeom>
        </p:spPr>
      </p:pic>
      <p:pic>
        <p:nvPicPr>
          <p:cNvPr id="5" name="Picture 4" descr="roman me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04048" y="4477024"/>
            <a:ext cx="3888431" cy="2155275"/>
          </a:xfrm>
          <a:prstGeom prst="rect">
            <a:avLst/>
          </a:prstGeom>
        </p:spPr>
      </p:pic>
      <p:pic>
        <p:nvPicPr>
          <p:cNvPr id="6" name="Picture 5" descr="paint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7544" y="5013176"/>
            <a:ext cx="2585467" cy="1677310"/>
          </a:xfrm>
          <a:prstGeom prst="rect">
            <a:avLst/>
          </a:prstGeo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                 Desserts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Grapes were one of the most popular desserts.</a:t>
            </a:r>
          </a:p>
          <a:p>
            <a:pPr>
              <a:buNone/>
            </a:pPr>
            <a:r>
              <a:rPr lang="en-GB" dirty="0" smtClean="0"/>
              <a:t>They also had </a:t>
            </a:r>
            <a:r>
              <a:rPr lang="en-GB" dirty="0" err="1" smtClean="0"/>
              <a:t>pomegranets</a:t>
            </a:r>
            <a:r>
              <a:rPr lang="en-GB" dirty="0" smtClean="0"/>
              <a:t> ,figs , dates , quinces</a:t>
            </a:r>
          </a:p>
          <a:p>
            <a:pPr>
              <a:buNone/>
            </a:pPr>
            <a:r>
              <a:rPr lang="en-GB" dirty="0" smtClean="0"/>
              <a:t>and mulberries. They also ate nuts like walnuts , </a:t>
            </a:r>
          </a:p>
          <a:p>
            <a:pPr>
              <a:buNone/>
            </a:pPr>
            <a:r>
              <a:rPr lang="en-GB" dirty="0" smtClean="0"/>
              <a:t>Hazelnuts , almonds and pine </a:t>
            </a:r>
            <a:r>
              <a:rPr lang="en-GB" dirty="0" err="1" smtClean="0"/>
              <a:t>nuts.Cakes</a:t>
            </a:r>
            <a:r>
              <a:rPr lang="en-GB" dirty="0" smtClean="0"/>
              <a:t> soaked</a:t>
            </a:r>
          </a:p>
          <a:p>
            <a:pPr>
              <a:buNone/>
            </a:pPr>
            <a:r>
              <a:rPr lang="en-GB" dirty="0" smtClean="0"/>
              <a:t>in honey were eaten a lot and so were fruit tarts</a:t>
            </a:r>
          </a:p>
          <a:p>
            <a:pPr>
              <a:buNone/>
            </a:pPr>
            <a:r>
              <a:rPr lang="en-GB" dirty="0" smtClean="0"/>
              <a:t>and sweet buns.</a:t>
            </a:r>
            <a:endParaRPr lang="en-GB" dirty="0"/>
          </a:p>
        </p:txBody>
      </p:sp>
      <p:pic>
        <p:nvPicPr>
          <p:cNvPr id="4" name="Picture 3" descr="grap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24128" y="4725144"/>
            <a:ext cx="2466975" cy="1847850"/>
          </a:xfrm>
          <a:prstGeom prst="rect">
            <a:avLst/>
          </a:prstGeom>
        </p:spPr>
      </p:pic>
      <p:pic>
        <p:nvPicPr>
          <p:cNvPr id="5" name="Picture 4" descr="honey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07704" y="5013176"/>
            <a:ext cx="2752725" cy="1657350"/>
          </a:xfrm>
          <a:prstGeom prst="rect">
            <a:avLst/>
          </a:prstGeo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    common food dishes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At home , people would not eat many big meals . </a:t>
            </a:r>
          </a:p>
          <a:p>
            <a:pPr>
              <a:buNone/>
            </a:pPr>
            <a:r>
              <a:rPr lang="en-GB" dirty="0" smtClean="0"/>
              <a:t>Their main food was “pottage”, a stew made from</a:t>
            </a:r>
          </a:p>
          <a:p>
            <a:pPr>
              <a:buNone/>
            </a:pPr>
            <a:r>
              <a:rPr lang="en-GB" dirty="0" smtClean="0"/>
              <a:t>wheat , millet or </a:t>
            </a:r>
            <a:r>
              <a:rPr lang="en-GB" dirty="0" err="1" smtClean="0"/>
              <a:t>corn.Most</a:t>
            </a:r>
            <a:r>
              <a:rPr lang="en-GB" dirty="0" smtClean="0"/>
              <a:t> of their food consisted</a:t>
            </a:r>
          </a:p>
          <a:p>
            <a:pPr>
              <a:buNone/>
            </a:pPr>
            <a:r>
              <a:rPr lang="en-GB" dirty="0" smtClean="0"/>
              <a:t>of wheat or barley , olive oil , a little fish , wine , </a:t>
            </a:r>
          </a:p>
          <a:p>
            <a:pPr>
              <a:buNone/>
            </a:pPr>
            <a:r>
              <a:rPr lang="en-GB" dirty="0" smtClean="0"/>
              <a:t>home grown vegetables , chicken , cheese and</a:t>
            </a:r>
          </a:p>
          <a:p>
            <a:pPr>
              <a:buNone/>
            </a:pPr>
            <a:r>
              <a:rPr lang="en-GB" dirty="0" smtClean="0"/>
              <a:t>a few eggs . </a:t>
            </a:r>
          </a:p>
          <a:p>
            <a:pPr>
              <a:buNone/>
            </a:pPr>
            <a:endParaRPr lang="en-GB" dirty="0"/>
          </a:p>
        </p:txBody>
      </p:sp>
      <p:pic>
        <p:nvPicPr>
          <p:cNvPr id="4" name="Picture 3" descr="oliveoi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60232" y="4437112"/>
            <a:ext cx="1807041" cy="2276872"/>
          </a:xfrm>
          <a:prstGeom prst="rect">
            <a:avLst/>
          </a:prstGeom>
        </p:spPr>
      </p:pic>
      <p:pic>
        <p:nvPicPr>
          <p:cNvPr id="5" name="Picture 4" descr="barley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27784" y="4437112"/>
            <a:ext cx="1583125" cy="2276872"/>
          </a:xfrm>
          <a:prstGeom prst="rect">
            <a:avLst/>
          </a:prstGeom>
        </p:spPr>
      </p:pic>
      <p:pic>
        <p:nvPicPr>
          <p:cNvPr id="6" name="Picture 5" descr="eggs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55976" y="4509120"/>
            <a:ext cx="2133600" cy="2143125"/>
          </a:xfrm>
          <a:prstGeom prst="rect">
            <a:avLst/>
          </a:prstGeo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A typical roman’s food for the day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Breakfast-This would be eaten early and would </a:t>
            </a:r>
          </a:p>
          <a:p>
            <a:pPr>
              <a:buNone/>
            </a:pPr>
            <a:r>
              <a:rPr lang="en-GB" dirty="0" smtClean="0"/>
              <a:t>include bread and fresh fruit . </a:t>
            </a:r>
          </a:p>
          <a:p>
            <a:pPr>
              <a:buNone/>
            </a:pPr>
            <a:r>
              <a:rPr lang="en-GB" dirty="0" smtClean="0"/>
              <a:t>Lunch-A little cooked meat like ham or salami , </a:t>
            </a:r>
          </a:p>
          <a:p>
            <a:pPr>
              <a:buNone/>
            </a:pPr>
            <a:r>
              <a:rPr lang="en-GB" dirty="0" smtClean="0"/>
              <a:t>salad , cheese , hard-boiled eggs , vegetables</a:t>
            </a:r>
          </a:p>
          <a:p>
            <a:pPr>
              <a:buNone/>
            </a:pPr>
            <a:r>
              <a:rPr lang="en-GB" dirty="0" smtClean="0"/>
              <a:t>and bread.</a:t>
            </a:r>
          </a:p>
          <a:p>
            <a:pPr>
              <a:buNone/>
            </a:pPr>
            <a:r>
              <a:rPr lang="en-GB" dirty="0" smtClean="0"/>
              <a:t>Dinner-This would start at 4p.m and end at about</a:t>
            </a:r>
          </a:p>
          <a:p>
            <a:pPr>
              <a:buNone/>
            </a:pPr>
            <a:r>
              <a:rPr lang="en-GB" dirty="0" smtClean="0"/>
              <a:t>9p.m or 10p.m and was usually salad or a meat</a:t>
            </a:r>
          </a:p>
          <a:p>
            <a:pPr>
              <a:buNone/>
            </a:pPr>
            <a:r>
              <a:rPr lang="en-GB" dirty="0" smtClean="0"/>
              <a:t>dish .</a:t>
            </a:r>
            <a:endParaRPr lang="en-GB" dirty="0"/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Food translated into </a:t>
            </a:r>
            <a:r>
              <a:rPr lang="en-GB" dirty="0" err="1" smtClean="0"/>
              <a:t>latin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964488" cy="4595341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GB" dirty="0" smtClean="0"/>
              <a:t>Pig-</a:t>
            </a:r>
            <a:r>
              <a:rPr lang="en-GB" dirty="0" err="1" smtClean="0"/>
              <a:t>porcus</a:t>
            </a:r>
            <a:r>
              <a:rPr lang="en-GB" dirty="0" smtClean="0"/>
              <a:t>                                             Eggs-ova</a:t>
            </a:r>
          </a:p>
          <a:p>
            <a:pPr>
              <a:buNone/>
            </a:pPr>
            <a:r>
              <a:rPr lang="en-GB" dirty="0" smtClean="0"/>
              <a:t>Chicken-</a:t>
            </a:r>
            <a:r>
              <a:rPr lang="en-GB" dirty="0" err="1" smtClean="0"/>
              <a:t>gallinaceo</a:t>
            </a:r>
            <a:r>
              <a:rPr lang="en-GB" dirty="0" smtClean="0"/>
              <a:t>                            Vegetables-verdure</a:t>
            </a:r>
          </a:p>
          <a:p>
            <a:pPr>
              <a:buNone/>
            </a:pPr>
            <a:r>
              <a:rPr lang="en-GB" dirty="0" smtClean="0"/>
              <a:t>Wine-</a:t>
            </a:r>
            <a:r>
              <a:rPr lang="en-GB" dirty="0" err="1" smtClean="0"/>
              <a:t>merum</a:t>
            </a:r>
            <a:r>
              <a:rPr lang="en-GB" dirty="0" smtClean="0"/>
              <a:t>                                           Cheese-</a:t>
            </a:r>
            <a:r>
              <a:rPr lang="en-GB" dirty="0" err="1" smtClean="0"/>
              <a:t>caseus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Grapes-</a:t>
            </a:r>
            <a:r>
              <a:rPr lang="en-GB" dirty="0" err="1" smtClean="0"/>
              <a:t>uvas</a:t>
            </a:r>
            <a:r>
              <a:rPr lang="en-GB" dirty="0" smtClean="0"/>
              <a:t>                                     Snails-</a:t>
            </a:r>
            <a:r>
              <a:rPr lang="en-GB" dirty="0" err="1" smtClean="0"/>
              <a:t>cochleas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Bread-pane                                  Olive oil-</a:t>
            </a:r>
            <a:r>
              <a:rPr lang="en-GB" dirty="0" err="1" smtClean="0"/>
              <a:t>oleum</a:t>
            </a:r>
            <a:r>
              <a:rPr lang="en-GB" dirty="0" smtClean="0"/>
              <a:t> </a:t>
            </a:r>
            <a:r>
              <a:rPr lang="en-GB" dirty="0" err="1" smtClean="0"/>
              <a:t>olivae</a:t>
            </a:r>
            <a:r>
              <a:rPr lang="en-GB" dirty="0" smtClean="0"/>
              <a:t> Apples-</a:t>
            </a:r>
            <a:r>
              <a:rPr lang="en-GB" dirty="0" err="1" smtClean="0"/>
              <a:t>poma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 Meat-</a:t>
            </a:r>
            <a:r>
              <a:rPr lang="en-GB" dirty="0" err="1" smtClean="0"/>
              <a:t>cibus</a:t>
            </a:r>
            <a:r>
              <a:rPr lang="en-GB" dirty="0" smtClean="0"/>
              <a:t>                                           Salad-</a:t>
            </a:r>
            <a:r>
              <a:rPr lang="en-GB" dirty="0" err="1" smtClean="0"/>
              <a:t>insalata</a:t>
            </a:r>
            <a:r>
              <a:rPr lang="en-GB" dirty="0" smtClean="0"/>
              <a:t>                         Fish-</a:t>
            </a:r>
            <a:r>
              <a:rPr lang="en-GB" dirty="0" err="1" smtClean="0"/>
              <a:t>piscis</a:t>
            </a:r>
            <a:r>
              <a:rPr lang="en-GB" dirty="0" smtClean="0"/>
              <a:t>                                         Clams-</a:t>
            </a:r>
            <a:r>
              <a:rPr lang="en-GB" dirty="0" err="1" smtClean="0"/>
              <a:t>mollusci</a:t>
            </a: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</p:txBody>
      </p:sp>
      <p:pic>
        <p:nvPicPr>
          <p:cNvPr id="4" name="Picture 3" descr="romanlanguag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1799" y="2780928"/>
            <a:ext cx="2577249" cy="2808312"/>
          </a:xfrm>
          <a:prstGeom prst="rect">
            <a:avLst/>
          </a:prstGeo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            Entertainment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During a dinner for guests , musicians , acrobats,</a:t>
            </a:r>
          </a:p>
          <a:p>
            <a:pPr>
              <a:buNone/>
            </a:pPr>
            <a:r>
              <a:rPr lang="en-GB" dirty="0" smtClean="0"/>
              <a:t>poets or dancers would perform and dinner </a:t>
            </a:r>
          </a:p>
          <a:p>
            <a:pPr>
              <a:buNone/>
            </a:pPr>
            <a:r>
              <a:rPr lang="en-GB" dirty="0" smtClean="0"/>
              <a:t>conversation played an important role . Feet and hands were always washed before food . After the main course an offering was made to the spirit of the house with meat , wine and cake.</a:t>
            </a:r>
          </a:p>
          <a:p>
            <a:pPr>
              <a:buNone/>
            </a:pPr>
            <a:r>
              <a:rPr lang="en-GB" dirty="0" smtClean="0"/>
              <a:t>The cake was usually coloured with saffron.</a:t>
            </a:r>
          </a:p>
        </p:txBody>
      </p:sp>
      <p:pic>
        <p:nvPicPr>
          <p:cNvPr id="4" name="Picture 3" descr="acrobat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6200000">
            <a:off x="3620042" y="4885015"/>
            <a:ext cx="1484784" cy="2461185"/>
          </a:xfrm>
          <a:prstGeom prst="rect">
            <a:avLst/>
          </a:prstGeo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              Beverages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4162"/>
            <a:ext cx="8964488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The Romans loved wine , but they drank it  </a:t>
            </a:r>
          </a:p>
          <a:p>
            <a:pPr>
              <a:buNone/>
            </a:pPr>
            <a:r>
              <a:rPr lang="en-GB" dirty="0" smtClean="0"/>
              <a:t>watered down , spiced , and heated.</a:t>
            </a:r>
          </a:p>
          <a:p>
            <a:pPr>
              <a:buNone/>
            </a:pPr>
            <a:r>
              <a:rPr lang="en-GB" i="1" dirty="0" err="1" smtClean="0"/>
              <a:t>Pasca</a:t>
            </a:r>
            <a:r>
              <a:rPr lang="en-GB" b="1" i="1" dirty="0" smtClean="0"/>
              <a:t> </a:t>
            </a:r>
            <a:r>
              <a:rPr lang="en-GB" dirty="0" smtClean="0"/>
              <a:t>was probably popular among lower classes.</a:t>
            </a:r>
          </a:p>
          <a:p>
            <a:pPr>
              <a:buNone/>
            </a:pPr>
            <a:r>
              <a:rPr lang="en-GB" dirty="0" smtClean="0"/>
              <a:t>It was a drink made from watering down a wine</a:t>
            </a:r>
          </a:p>
          <a:p>
            <a:pPr>
              <a:buNone/>
            </a:pPr>
            <a:r>
              <a:rPr lang="en-GB" dirty="0" smtClean="0"/>
              <a:t>or vinegar. Beer and mead were most commonly</a:t>
            </a:r>
          </a:p>
          <a:p>
            <a:pPr>
              <a:buNone/>
            </a:pPr>
            <a:r>
              <a:rPr lang="en-GB" dirty="0" smtClean="0"/>
              <a:t>drunk in northern towns . Milk was considered</a:t>
            </a:r>
          </a:p>
          <a:p>
            <a:pPr>
              <a:buNone/>
            </a:pPr>
            <a:r>
              <a:rPr lang="en-GB" dirty="0" smtClean="0"/>
              <a:t>barbaric and was reserved for making cheese.</a:t>
            </a:r>
          </a:p>
        </p:txBody>
      </p:sp>
      <p:pic>
        <p:nvPicPr>
          <p:cNvPr id="4" name="Picture 3" descr="w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96336" y="548680"/>
            <a:ext cx="1403648" cy="2159124"/>
          </a:xfrm>
          <a:prstGeom prst="rect">
            <a:avLst/>
          </a:prstGeo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                           Pictures</a:t>
            </a:r>
            <a:endParaRPr lang="en-GB" dirty="0"/>
          </a:p>
        </p:txBody>
      </p:sp>
      <p:pic>
        <p:nvPicPr>
          <p:cNvPr id="4" name="Content Placeholder 3" descr="doormice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11560" y="1196752"/>
            <a:ext cx="3456384" cy="2748520"/>
          </a:xfrm>
        </p:spPr>
      </p:pic>
      <p:pic>
        <p:nvPicPr>
          <p:cNvPr id="5" name="Picture 4" descr="garum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19672" y="4077072"/>
            <a:ext cx="5672586" cy="2530953"/>
          </a:xfrm>
          <a:prstGeom prst="rect">
            <a:avLst/>
          </a:prstGeom>
        </p:spPr>
      </p:pic>
      <p:pic>
        <p:nvPicPr>
          <p:cNvPr id="7" name="Picture 6" descr="romansancienteat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860032" y="1268760"/>
            <a:ext cx="3744416" cy="2654110"/>
          </a:xfrm>
          <a:prstGeom prst="rect">
            <a:avLst/>
          </a:prstGeom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          Facts about roman food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124744"/>
            <a:ext cx="8812088" cy="573325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1.The Romans invented fast food , there were </a:t>
            </a:r>
          </a:p>
          <a:p>
            <a:pPr>
              <a:buNone/>
            </a:pPr>
            <a:r>
              <a:rPr lang="en-GB" dirty="0" smtClean="0"/>
              <a:t>restaurants made to serve food quickly.</a:t>
            </a:r>
          </a:p>
          <a:p>
            <a:pPr>
              <a:buNone/>
            </a:pPr>
            <a:r>
              <a:rPr lang="en-GB" dirty="0" smtClean="0"/>
              <a:t>2.Romans thought it was crazy to drink undiluted</a:t>
            </a:r>
          </a:p>
          <a:p>
            <a:pPr>
              <a:buNone/>
            </a:pPr>
            <a:r>
              <a:rPr lang="en-GB" dirty="0" smtClean="0"/>
              <a:t>wine.</a:t>
            </a:r>
          </a:p>
          <a:p>
            <a:pPr>
              <a:buNone/>
            </a:pPr>
            <a:r>
              <a:rPr lang="en-GB" dirty="0" smtClean="0"/>
              <a:t>3.Romans would eat snails soaked in milk and </a:t>
            </a:r>
          </a:p>
          <a:p>
            <a:pPr>
              <a:buNone/>
            </a:pPr>
            <a:r>
              <a:rPr lang="en-GB" dirty="0" smtClean="0"/>
              <a:t>roasted flamingo tongues.</a:t>
            </a:r>
          </a:p>
          <a:p>
            <a:pPr>
              <a:buNone/>
            </a:pPr>
            <a:r>
              <a:rPr lang="en-GB" dirty="0" smtClean="0"/>
              <a:t>4.Romans liked fun food like hare with birds wings</a:t>
            </a:r>
          </a:p>
          <a:p>
            <a:pPr>
              <a:buNone/>
            </a:pPr>
            <a:r>
              <a:rPr lang="en-GB" dirty="0" smtClean="0"/>
              <a:t>stuck on to make it look like a flying horse.</a:t>
            </a:r>
          </a:p>
          <a:p>
            <a:pPr>
              <a:buNone/>
            </a:pPr>
            <a:r>
              <a:rPr lang="en-GB" dirty="0" smtClean="0"/>
              <a:t>5.Lettuce was eaten at the end of a meal because</a:t>
            </a:r>
          </a:p>
          <a:p>
            <a:pPr>
              <a:buNone/>
            </a:pPr>
            <a:r>
              <a:rPr lang="en-GB" dirty="0" smtClean="0"/>
              <a:t>it was supposed to make you sleep!!!!</a:t>
            </a:r>
          </a:p>
          <a:p>
            <a:pPr>
              <a:buNone/>
            </a:pPr>
            <a:endParaRPr lang="en-GB" dirty="0" smtClean="0"/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35696" y="1916832"/>
            <a:ext cx="58326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 smtClean="0"/>
              <a:t>Thank You</a:t>
            </a:r>
            <a:endParaRPr lang="en-GB" sz="9600" dirty="0"/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400</TotalTime>
  <Words>558</Words>
  <Application>Microsoft Office PowerPoint</Application>
  <PresentationFormat>On-screen Show (4:3)</PresentationFormat>
  <Paragraphs>86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Trek</vt:lpstr>
      <vt:lpstr>                     Roman Food</vt:lpstr>
      <vt:lpstr>                      Festival dishes</vt:lpstr>
      <vt:lpstr>                         Main dish</vt:lpstr>
      <vt:lpstr>                            Desserts</vt:lpstr>
      <vt:lpstr>               common food dishes</vt:lpstr>
      <vt:lpstr>  A typical roman’s food for the day</vt:lpstr>
      <vt:lpstr>           Food translated into latin</vt:lpstr>
      <vt:lpstr>                       Entertainment</vt:lpstr>
      <vt:lpstr>                         Beverages</vt:lpstr>
      <vt:lpstr>                            Pictures</vt:lpstr>
      <vt:lpstr>           Facts about roman food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Roman Food</dc:title>
  <dc:creator>cindy lund</dc:creator>
  <cp:lastModifiedBy> cindy lund</cp:lastModifiedBy>
  <cp:revision>42</cp:revision>
  <dcterms:created xsi:type="dcterms:W3CDTF">2013-02-20T16:41:16Z</dcterms:created>
  <dcterms:modified xsi:type="dcterms:W3CDTF">2013-03-19T17:40:28Z</dcterms:modified>
</cp:coreProperties>
</file>